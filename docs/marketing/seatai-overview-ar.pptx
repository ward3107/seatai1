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355080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SeatAI · تحسين جلوس الصف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18288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4" name="Shape 2"/>
          <p:cNvSpPr/>
          <p:nvPr/>
        </p:nvSpPr>
        <p:spPr>
          <a:xfrm>
            <a:off x="10545775" y="502920"/>
            <a:ext cx="822960" cy="822960"/>
          </a:xfrm>
          <a:prstGeom prst="roundRect">
            <a:avLst>
              <a:gd name="adj" fmla="val 15556"/>
            </a:avLst>
          </a:prstGeom>
          <a:solidFill>
            <a:srgbClr val="D946EF"/>
          </a:solidFill>
          <a:ln/>
        </p:spPr>
      </p:sp>
      <p:sp>
        <p:nvSpPr>
          <p:cNvPr id="5" name="Shape 3"/>
          <p:cNvSpPr/>
          <p:nvPr/>
        </p:nvSpPr>
        <p:spPr>
          <a:xfrm>
            <a:off x="10545775" y="502920"/>
            <a:ext cx="510235" cy="822960"/>
          </a:xfrm>
          <a:prstGeom prst="roundRect">
            <a:avLst>
              <a:gd name="adj" fmla="val 2509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545775" y="502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060" b="1" dirty="0">
                <a:solidFill>
                  <a:srgbClr val="FFFFFF"/>
                </a:solidFill>
              </a:rPr>
              <a:t>S</a:t>
            </a:r>
            <a:endParaRPr lang="en-US" sz="3060" dirty="0"/>
          </a:p>
        </p:txBody>
      </p:sp>
      <p:sp>
        <p:nvSpPr>
          <p:cNvPr id="7" name="Text 5"/>
          <p:cNvSpPr/>
          <p:nvPr/>
        </p:nvSpPr>
        <p:spPr>
          <a:xfrm>
            <a:off x="3139135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SeatAI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139135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E0E7FF"/>
                </a:solidFill>
              </a:rPr>
              <a:t>تحسين جلوس الطلاب في الصف بالذكاء الاصطناعي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مخطّط جلوس </a:t>
            </a:r>
            <a:pPr algn="r" indent="0" marL="0">
              <a:buNone/>
            </a:pPr>
            <a:r>
              <a:rPr lang="en-US" sz="3800" b="1" dirty="0">
                <a:solidFill>
                  <a:srgbClr val="A21CAF"/>
                </a:solidFill>
              </a:rPr>
              <a:t>يُرتّب نفسه</a:t>
            </a:r>
            <a:pPr algn="r" indent="0" marL="0">
              <a:buNone/>
            </a:pPr>
            <a:r>
              <a:rPr lang="en-US" sz="3800" b="1" dirty="0">
                <a:solidFill>
                  <a:srgbClr val="0F172A"/>
                </a:solidFill>
              </a:rPr>
              <a:t> — في ثوانٍ.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475569"/>
                </a:solidFill>
              </a:rPr>
              <a:t>يحوّل SeatAI واحدة من أكثر المهام إرهاقًا في التدريس — ترتيب الصف بحيث يُهيّأ كل طالب للنجاح — إلى قرار بنقرة واحدة. يوازن المستوى الدراسي والسلوك والصداقات والتنوّع والاحتياجات الخاصة دفعةً واحدة، ويشرح كل اختيار بلغة واضحة.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178747" y="4937760"/>
            <a:ext cx="2189988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78747" y="4937760"/>
            <a:ext cx="218998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يعمل 100% في المتصفّح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3171" y="4937760"/>
            <a:ext cx="3319272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3171" y="4937760"/>
            <a:ext cx="331927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بلا حسابات · بلا سحابة · بلا تتبّع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84955" y="4937760"/>
            <a:ext cx="1581912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84955" y="4937760"/>
            <a:ext cx="158191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يعمل دون اتصال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301191" y="4937760"/>
            <a:ext cx="2537460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1191" y="4937760"/>
            <a:ext cx="25374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مجاني ومفتوح المصدر (MIT)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-2251253" y="4937760"/>
            <a:ext cx="3406140" cy="420624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-2251253" y="4937760"/>
            <a:ext cx="34061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D4ED8"/>
                </a:solidFill>
              </a:rPr>
              <a:t>العربية · עברית · English · Русский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التحدّي اليومي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مخططات الجلوس بطيئة ويدوية ويسهل الخطأ فيها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245352" y="16459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19672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C2410C"/>
                </a:solidFill>
              </a:rPr>
              <a:t>⏳ الطريقة اليدوية اليوم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19672" y="23317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يقضي المعلّمون 30–60 دقيقة وأكثر لكل صف في تحريك الأسماء على الورق أو الملصقات.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الموازنة بين مَن لا يجلس مع مَن، والصداقات والنظر والتركيز عبءٌ ذهنيّ كبير.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تُنسى متطلبات الاحتياجات الخاصة (الصف الأمامي، منطقة هادئة، الحركة، متعلّمو اللغة) تحت الضغط.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كل فصل دراسي أو طالب جديد أو مشكلة سلوك يعني البدء من جديد.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يبقى المخطط في ذهن معلّم واحد، ويصعب تسليمه لمعلّم بديل.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288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✅ مع SeatAI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846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03200" indent="-203200">
              <a:lnSpc>
                <a:spcPct val="112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مخطط متوازن يحترم كل القواعد — في ثوانٍ، لا في أمسية كاملة.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يُطبَّق كل قيد تلقائيًا، ولا يُنسى شيء.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لكل موضع سببٌ واضح يمكن للمعلّم الدفاع عنه.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نقرة واحدة لإعادة الترتيب أو التدوير أو التعديل عند أي تغيير.</a:t>
            </a:r>
            <a:pPr algn="r" indent="0" marL="0">
              <a:lnSpc>
                <a:spcPct val="112000"/>
              </a:lnSpc>
              <a:spcAft>
                <a:spcPts val="7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طباعة مخطط مجهول الأسماء للمعلّم البديل بنقرة واحدة.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كيف يعمل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من قائمة الصف إلى مخطط مُحسَّن في أربع خطوات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079992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08108" y="22402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008108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217152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أضف الصف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62872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اكتب الطلاب، أو استورد ملف CSV، أو حمّل صفًا تجريبيًا للتجربة فورًا.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64324" y="2240280"/>
            <a:ext cx="822960" cy="82296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11" name="Text 9"/>
          <p:cNvSpPr/>
          <p:nvPr/>
        </p:nvSpPr>
        <p:spPr>
          <a:xfrm>
            <a:off x="7164324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73368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حدّد الغرفة والقواعد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اختر تخطيطًا وأضف قواعد — الفصل بينهم، الصف الأمامي، الإرشاد.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92424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20540" y="2240280"/>
            <a:ext cx="822960" cy="8229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32054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529584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التحسين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75304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خوارزمية جينية تبحث في آلاف الترتيبات عن الأنسب.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1920240"/>
            <a:ext cx="2679192" cy="3108960"/>
          </a:xfrm>
          <a:prstGeom prst="roundRect">
            <a:avLst>
              <a:gd name="adj" fmla="val 40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76756" y="2240280"/>
            <a:ext cx="822960" cy="822960"/>
          </a:xfrm>
          <a:prstGeom prst="ellipse">
            <a:avLst/>
          </a:prstGeom>
          <a:solidFill>
            <a:srgbClr val="D946EF"/>
          </a:solidFill>
          <a:ln/>
        </p:spPr>
      </p:sp>
      <p:sp>
        <p:nvSpPr>
          <p:cNvPr id="21" name="Text 19"/>
          <p:cNvSpPr/>
          <p:nvPr/>
        </p:nvSpPr>
        <p:spPr>
          <a:xfrm>
            <a:off x="1476756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5800" y="3200400"/>
            <a:ext cx="2404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المراجعة والطباعة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657600"/>
            <a:ext cx="23134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4748B"/>
                </a:solidFill>
              </a:rPr>
              <a:t>اضبط بالسحب والإفلات، وشاهد سبب كل مقعد، ثم صدّر واطبع.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لماذا تعتمده المدارس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ست طرق يساعد بها SeatAI مدرستك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1929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يعيد للمعلّمين وقتهم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يستبدل ساعة من العمل اليدوي بنقرات قليلة — وقتٌ يعود للتدريس والتخطيط.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29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🧭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8056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صفوف أهدأ وأفضل إدارة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يفصل بين الطلاب المتنازعين ويوازن السلوك في الغرفة — تشويش أقل بالتصميم.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78308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92938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♿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244144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الدمج والإنصاف مُدمَجان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288036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احتياجات الصف الأمامي والمنطقة الهادئة والحركة ومتعلّمي اللغة قواعد يحترمها المُحسِّن دائمًا.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0782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بيانات الطلاب لا تغادر الجهاز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بلا خوادم أو حسابات أو تحليلات — جوابٌ نظيف لأسئلة حماية البيانات.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40782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8056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بلا تكلفة وبلا عبء تقني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48056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تطبيق مجاني ومفتوح المصدر وثابت بلا خادم — ويعمل كليًا دون اتصال.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931920"/>
            <a:ext cx="3593592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078224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4590288"/>
            <a:ext cx="3227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50" b="1" dirty="0">
                <a:solidFill>
                  <a:srgbClr val="0F172A"/>
                </a:solidFill>
              </a:rPr>
              <a:t>قرارات متّسقة وقابلة للتبرير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731520" y="5029200"/>
            <a:ext cx="32278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75569"/>
                </a:solidFill>
              </a:rPr>
              <a:t>لكل موضع مبرّر موثّق — لأولياء الأمور والزملاء والإدارة.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4E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🛡️ الخصوصية وتقنية المعلومات: الموافقة السهلة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A7F3D0"/>
                </a:solidFill>
              </a:rPr>
              <a:t>صُمِّم SeatAI بحيث لا يوجد ما يُسرَّب ولا ما يُجهَّز.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15568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217920" y="21762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بيانات محلية فقط.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القوائم والملاحظات والصور تبقى في المتصفّح (IndexedDB).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57784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762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بلا حسابات.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بلا تسجيل دخول أو بريد أو اشتراك — افتح الرابط واعمل.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17920" y="34107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بلا تتبّع.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بلا تحليلات أو قياس أو نصوص طرف ثالث.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57784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341071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بلا خادم.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HTML/CSS/JS ثابت فقط — استضِفه في أي مكان.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217920" y="464515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الذكاء الاصطناعي اختياري.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المفتاح يبقى محليًا والطلب يخرج من المتصفّح مباشرةً.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7784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EE7B7"/>
                </a:solidFill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0080" y="464515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طباعة مجهولة.  </a:t>
            </a:r>
            <a:pPr algn="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1FAE5"/>
                </a:solidFill>
              </a:rPr>
              <a:t>مفتاح واحد يطبع الأحرف الأولى فقط للبدلاء والزوّار.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لمن هو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قيمة على كل مستوى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7532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👩‍🏫 المعلّمون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2104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نهاية لعناء مخطط الجلوس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مواضع مُبرَّرة وواثقة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تدوير الجلوس بنقرة كل فصل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ضبط دقيق بالسحب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9768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🏫 قادة المدرسة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يدعم أهداف الدمج والسلوك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اتّساق بين الصفوف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بلا تكلفة ترخيص للميزانية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قرارات موثّقة وقابلة للتبرير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1828800"/>
            <a:ext cx="3593592" cy="365760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1828800"/>
            <a:ext cx="3593592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103120"/>
            <a:ext cx="3136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💻 تقنية المعلومات والبيانات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2697480"/>
            <a:ext cx="304495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marL="203200" indent="-2032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75569"/>
                </a:solidFill>
              </a:rPr>
              <a:t>لا شيء لاستضافته أو تأمينه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بيانات الطلاب لا تغادر الجهاز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انشره وانسَه — يعمل دون اتصال</a:t>
            </a:r>
            <a:pPr algn="r" indent="0" marL="0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475569"/>
                </a:solidFill>
              </a:rPr>
              <a:t>دعم المتصفّحات الحديثة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b="1" spc="200" kern="0" dirty="0">
                <a:solidFill>
                  <a:srgbClr val="A21CAF"/>
                </a:solidFill>
              </a:rPr>
              <a:t>كل شيء مُضمَّن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حقيبة أدوات كاملة — بلا إضافات وبلا باقات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تخطيطات صفوف، عناقيد، حرف U، دائرة وصفوف مخصّصة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محرّك جيني متعدّد البدايات (سريع / متوازن / الأفضل)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2240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تبديل المقاعد بالسحب أو النقر أو مفاتيح الأسهم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قواعد الجمع / الفصل وأزواج الإرشاد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697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قيود الصف الأمامي والخلفي والممر والنافذة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697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مراعاة الاحتياجات الخاصة ومتعلّمي اللغة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0" y="3154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صور وملاحظات معلّم لكل طالب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154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شروح المواضع بلغة واضحة واختياريًا بالذكاء الاصطناعي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3611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استيراد/تصدير CSV · PDF · صورة · طباعة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مشاريع متعدّدة الصفوف مع نسخ احتياطي واستعادة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4069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تراجع / إعادة لكل إجراء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متتبّع تدوير الجلوس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4526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مقارنة بصرية ومقارنة A/B بين المخططات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5262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خرائط حرارية: الجنس، التعارضات، الدرجات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4983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عرض الصف ثنائي وثلاثي الأبعاد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9834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سمة فاتحة/داكنة وحجم نص قابل للتعديل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5440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تطبيق PWA قابل للتثبيت والعمل دون اتصال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54406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إتاحة كاملة للوحة المفاتيح وقارئ الشاشة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0" y="5897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العربية والعبرية والإنجليزية والروسية (وRTL)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89788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✓  </a:t>
            </a:r>
            <a:pPr algn="r"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يعمل على الحاسوب واللوحي والهاتف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D946EF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1097280"/>
            <a:ext cx="1005840" cy="1005840"/>
          </a:xfrm>
          <a:prstGeom prst="roundRect">
            <a:avLst>
              <a:gd name="adj" fmla="val 12727"/>
            </a:avLst>
          </a:prstGeom>
          <a:solidFill>
            <a:srgbClr val="D946EF"/>
          </a:solidFill>
          <a:ln/>
        </p:spPr>
      </p:sp>
      <p:sp>
        <p:nvSpPr>
          <p:cNvPr id="5" name="Shape 3"/>
          <p:cNvSpPr/>
          <p:nvPr/>
        </p:nvSpPr>
        <p:spPr>
          <a:xfrm>
            <a:off x="5592928" y="1097280"/>
            <a:ext cx="623621" cy="1005840"/>
          </a:xfrm>
          <a:prstGeom prst="roundRect">
            <a:avLst>
              <a:gd name="adj" fmla="val 20528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5592928" y="109728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740" b="1" dirty="0">
                <a:solidFill>
                  <a:srgbClr val="FFFFFF"/>
                </a:solidFill>
              </a:rPr>
              <a:t>S</a:t>
            </a:r>
            <a:endParaRPr lang="en-US" sz="374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جرّبه مع صفّك خلال دقيقتين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3383280"/>
            <a:ext cx="9418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EEF2FF"/>
                </a:solidFill>
              </a:rPr>
              <a:t>افتح SeatAI، وحمّل صفًا تجريبيًا أو استورد قائمتك، ثم انقر «تحسين». بلا تثبيت، وبلا اشتراك، ولا تغادر أي بيانات الغرفة.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86888" y="4754880"/>
            <a:ext cx="62179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986888" y="475488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A21CAF"/>
                </a:solidFill>
              </a:rPr>
              <a:t>مجاني ومفتوح المصدر برخصة MIT · انشره في المدرسة كلها بلا تكلفة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SeatAI — ترتيب جلوس أذكى للصفوف المدرسية</dc:title>
  <dc:subject>PptxGenJS Presentation</dc:subject>
  <dc:creator>SeatAI</dc:creator>
  <cp:lastModifiedBy>SeatAI</cp:lastModifiedBy>
  <cp:revision>1</cp:revision>
  <dcterms:created xsi:type="dcterms:W3CDTF">2026-05-29T13:56:59Z</dcterms:created>
  <dcterms:modified xsi:type="dcterms:W3CDTF">2026-05-29T13:56:59Z</dcterms:modified>
</cp:coreProperties>
</file>