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3825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SeatAI · AI-Powered Classroom Seating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0"/>
            <a:ext cx="6095848" cy="182880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502920"/>
            <a:ext cx="822960" cy="822960"/>
          </a:xfrm>
          <a:prstGeom prst="roundRect">
            <a:avLst>
              <a:gd name="adj" fmla="val 13333"/>
            </a:avLst>
          </a:prstGeom>
          <a:ln/>
        </p:spPr>
      </p:sp>
      <p:sp>
        <p:nvSpPr>
          <p:cNvPr id="6" name="Shape 4"/>
          <p:cNvSpPr/>
          <p:nvPr/>
        </p:nvSpPr>
        <p:spPr>
          <a:xfrm>
            <a:off x="822960" y="50292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D946EF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502920"/>
            <a:ext cx="510235" cy="822960"/>
          </a:xfrm>
          <a:prstGeom prst="roundRect">
            <a:avLst>
              <a:gd name="adj" fmla="val 21505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60" b="1" dirty="0">
                <a:solidFill>
                  <a:srgbClr val="FFFFFF"/>
                </a:solidFill>
              </a:rPr>
              <a:t>S</a:t>
            </a:r>
            <a:endParaRPr lang="en-US" sz="3060" dirty="0"/>
          </a:p>
        </p:txBody>
      </p:sp>
      <p:sp>
        <p:nvSpPr>
          <p:cNvPr id="9" name="Text 7"/>
          <p:cNvSpPr/>
          <p:nvPr/>
        </p:nvSpPr>
        <p:spPr>
          <a:xfrm>
            <a:off x="178308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SeatAI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01368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AI-Powered Classroom Seating Optimization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3317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</a:rPr>
              <a:t>The seating chart that </a:t>
            </a:r>
            <a:pPr indent="0" marL="0">
              <a:buNone/>
            </a:pPr>
            <a:r>
              <a:rPr lang="en-US" sz="4000" b="1" dirty="0">
                <a:solidFill>
                  <a:srgbClr val="A21CAF"/>
                </a:solidFill>
              </a:rPr>
              <a:t>plans itself</a:t>
            </a:r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</a:rPr>
              <a:t> — in seconds.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2960" y="361188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75569"/>
                </a:solidFill>
              </a:rPr>
              <a:t>SeatAI turns the tedious, judgement-heavy job of arranging a class into a one-click decision — balancing academic ability, behaviour, friendships, diversity and special-needs requirements all at once, and explaining every choice in plain language.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892040"/>
            <a:ext cx="2144268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892040"/>
            <a:ext cx="21442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100% in the browser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131820" y="4892040"/>
            <a:ext cx="2432304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1820" y="4892040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No accounts · No cloud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28716" y="4892040"/>
            <a:ext cx="1568196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28716" y="4892040"/>
            <a:ext cx="15681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Works offline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61504" y="4892040"/>
            <a:ext cx="2624328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61504" y="4892040"/>
            <a:ext cx="2624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Free &amp; open-source (MIT)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250424" y="4892040"/>
            <a:ext cx="2720340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50424" y="4892040"/>
            <a:ext cx="27203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EN · עברית · العربية · RU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1CAF"/>
                </a:solidFill>
              </a:rPr>
              <a:t>THE EVERYDAY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Seating charts are slow, manual, and easy to get wrong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</a:rPr>
              <a:t>⏳  Doing it by hand today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Teachers spend 30–60+ minutes per class shuffling names on paper or sticky notes.
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Juggling conflicts, friendships, eyesight and focus needs is mental overload.
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Special-needs requirements get missed under pressure.
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Every new term, student or issue means starting over.
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Charts live in one teacher’s head — hard to hand to a substitute.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5352" y="164592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✅  With SeatAI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65392" y="233172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A balanced, rule-respecting plan in seconds, not an evening.
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Every constraint enforced automatically — nothing is forgotten.
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Each placement comes with a plain-language reason.
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One click to re-shuffle, rotate or adjust when things change.
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Print an anonymised chart for a substitute in one tap.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1CAF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From class list to optimised chart in four steps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6756" y="224028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476756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Add the class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23134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Type students, import a CSV, or load a sample class to try it instantly.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92424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0540" y="2240280"/>
            <a:ext cx="822960" cy="822960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11" name="Text 9"/>
          <p:cNvSpPr/>
          <p:nvPr/>
        </p:nvSpPr>
        <p:spPr>
          <a:xfrm>
            <a:off x="432054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29584" y="320040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Set room &amp; rules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75304" y="3657600"/>
            <a:ext cx="23134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Pick a layout and add rules — keep apart, front row, peer mentors.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6208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64324" y="224028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7164324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73368" y="320040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Optimise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19088" y="3657600"/>
            <a:ext cx="23134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A genetic algorithm searches thousands of arrangements for the best fit.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79992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08108" y="2240280"/>
            <a:ext cx="822960" cy="822960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08108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217152" y="320040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Review &amp; print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62872" y="3657600"/>
            <a:ext cx="23134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Fine-tune by drag-and-drop, see why each seat was chosen, export &amp; print.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1CAF"/>
                </a:solidFill>
              </a:rPr>
              <a:t>WHY SCHOOLS ADOPT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Six ways SeatAI helps your school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476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44144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Gives teachers their time back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Replaces an hour of manual shuffling with a few clicks — time back for teaching.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78308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9476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🧭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80560" y="244144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Calmer, better-managed rooms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288036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Keeps clashing students apart and balances behaviour — fewer disruptions by design.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9476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♿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0" y="244144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Inclusion &amp; equity, built in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0" y="288036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Front-row, quiet-area, mobility and EAL/ESL needs are rules the optimiser always honours.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9651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459028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Data never leaves the device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1520" y="502920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No servers, accounts or analytics — a clean answer to data-protection questions.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93192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409651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80560" y="459028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Zero cost, zero IT burden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480560" y="502920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Free &amp; open-source static app — nothing to host, works fully offline.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393192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409651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29600" y="459028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Consistent &amp; defensible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229600" y="502920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Every placement has a recorded rationale for parents, colleagues or leadership.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🛡️  Privacy &amp; IT: the easy approval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F3D0"/>
                </a:solidFill>
              </a:rPr>
              <a:t>SeatAI is designed so there is simply nothing to leak and nothing to provision.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17627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Local-only data.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Rosters, notes &amp; photos stay in the browser (IndexedDB).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75120" y="217627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No accounts.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No login, email or sign-up — open the URL and work.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41071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No tracking.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No analytics, telemetry or third-party scripts.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75120" y="341071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No backend.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Pure static HTML/CSS/JS — host it on anything.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464515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Optional AI is opt-in.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Keys stay local; calls go browser-direct to the provider.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75120" y="464515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Anonymised printing.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One toggle prints initials-only for subs &amp; visitors.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1CAF"/>
                </a:solidFill>
              </a:rPr>
              <a:t>WHO IT'S FOR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Value at every level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365760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593592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👩‍🏫  Teachers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0449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</a:rPr>
              <a:t>End the seating-chart chore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Confident, explainable placements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One-click rotation each term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Drag-and-drop fine-tuning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93592" cy="365760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828800"/>
            <a:ext cx="3593592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10312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🏫  School leaders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30449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</a:rPr>
              <a:t>Supports inclusion &amp; behaviour goals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Consistency across classrooms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No licence cost to budget for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Defensible, recorded decisions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93592" cy="365760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828800"/>
            <a:ext cx="3593592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210312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💻  IT &amp; data leads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2697480"/>
            <a:ext cx="30449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</a:rPr>
              <a:t>Nothing to host or secure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No student data off-device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Deploy &amp; forget — works offline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Modern-browser support floor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1CAF"/>
                </a:solidFill>
              </a:rPr>
              <a:t>EVERYTHING INCLUDED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A complete toolkit — no add-ons, no tiers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Rows, clusters, U-shape, circle &amp; custom layouts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0" y="1783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Multi-start genetic optimiser (Fast / Balanced / Best)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Drag-and-drop, click, or keyboard seat swaps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22402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Keep-together / keep-apart &amp; peer-mentor rules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Front-row, back-row, aisle &amp; window constraints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6974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Special-needs &amp; EAL/ESL aware placement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Per-student photos &amp; teacher notes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154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Plain-language &amp; optional AI placement reasons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CSV import/export · PDF · image · print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36118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Multi-class projects with backup &amp; restore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Undo / redo on every change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4069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Seating rotation tracker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5262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Visual diff &amp; A/B comparison of plans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45262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Heat-maps: gender, conflicts, scores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9834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2D &amp; 3D classroom views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49834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Light / dark theme &amp; adjustable text size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440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Installable offline PWA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5440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Full keyboard &amp; screen-reader accessibility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8978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English, Hebrew, Arabic &amp; Russian (RTL)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58978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Works on desktop, tablet &amp; phone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097280"/>
            <a:ext cx="1005840" cy="1005840"/>
          </a:xfrm>
          <a:prstGeom prst="roundRect">
            <a:avLst>
              <a:gd name="adj" fmla="val 10909"/>
            </a:avLst>
          </a:prstGeom>
          <a:ln/>
        </p:spPr>
      </p:sp>
      <p:sp>
        <p:nvSpPr>
          <p:cNvPr id="5" name="Shape 3"/>
          <p:cNvSpPr/>
          <p:nvPr/>
        </p:nvSpPr>
        <p:spPr>
          <a:xfrm>
            <a:off x="5592928" y="109728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D946EF"/>
          </a:solidFill>
          <a:ln/>
        </p:spPr>
      </p:sp>
      <p:sp>
        <p:nvSpPr>
          <p:cNvPr id="6" name="Shape 4"/>
          <p:cNvSpPr/>
          <p:nvPr/>
        </p:nvSpPr>
        <p:spPr>
          <a:xfrm>
            <a:off x="5592928" y="1097280"/>
            <a:ext cx="623621" cy="1005840"/>
          </a:xfrm>
          <a:prstGeom prst="roundRect">
            <a:avLst>
              <a:gd name="adj" fmla="val 17595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592928" y="1097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740" b="1" dirty="0">
                <a:solidFill>
                  <a:srgbClr val="FFFFFF"/>
                </a:solidFill>
              </a:rPr>
              <a:t>S</a:t>
            </a:r>
            <a:endParaRPr lang="en-US" sz="374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Try it with your own class in 2 minutes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371600" y="338328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EF2FF"/>
                </a:solidFill>
              </a:rPr>
              <a:t>Open SeatAI, load a sample class or import your roster, and click Optimise.</a:t>
            </a:r>
            <a:endParaRPr lang="en-US" sz="1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EF2FF"/>
                </a:solidFill>
              </a:rPr>
              <a:t>No install, no sign-up, and no data leaves the room.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169768" y="4754880"/>
            <a:ext cx="58521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169768" y="475488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21CAF"/>
                </a:solidFill>
              </a:rPr>
              <a:t>Free &amp; open-source (MIT) · Deploy school-wide at no cost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82296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SeatAI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SeatAI — Smarter Classroom Seating</dc:title>
  <dc:subject>PptxGenJS Presentation</dc:subject>
  <dc:creator>SeatAI</dc:creator>
  <cp:lastModifiedBy>SeatAI</cp:lastModifiedBy>
  <cp:revision>1</cp:revision>
  <dcterms:created xsi:type="dcterms:W3CDTF">2026-05-29T13:46:42Z</dcterms:created>
  <dcterms:modified xsi:type="dcterms:W3CDTF">2026-05-29T13:46:42Z</dcterms:modified>
</cp:coreProperties>
</file>