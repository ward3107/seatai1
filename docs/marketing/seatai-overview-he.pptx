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SeatAI · מיטוב הושבה בכיתה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18288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4" name="Shape 2"/>
          <p:cNvSpPr/>
          <p:nvPr/>
        </p:nvSpPr>
        <p:spPr>
          <a:xfrm>
            <a:off x="10545775" y="50292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D946EF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510235" cy="822960"/>
          </a:xfrm>
          <a:prstGeom prst="roundRect">
            <a:avLst>
              <a:gd name="adj" fmla="val 2509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545775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60" b="1" dirty="0">
                <a:solidFill>
                  <a:srgbClr val="FFFFFF"/>
                </a:solidFill>
              </a:rPr>
              <a:t>S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3139135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SeatAI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139135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מיטוב הושבה בכיתה מבוסס בינה מלאכותית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מפת הושבה ש</a:t>
            </a:r>
            <a:pPr algn="r" indent="0" marL="0">
              <a:buNone/>
            </a:pPr>
            <a:r>
              <a:rPr lang="en-US" sz="3800" b="1" dirty="0">
                <a:solidFill>
                  <a:srgbClr val="A21CAF"/>
                </a:solidFill>
              </a:rPr>
              <a:t>מתכננת את עצמה</a:t>
            </a:r>
            <a:pPr algn="r"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 — תוך שניות.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75569"/>
                </a:solidFill>
              </a:rPr>
              <a:t>SeatAI הופך את אחת המשימות המייגעות ביותר בהוראה — סידור הכיתה כך שכל תלמיד יוכל להצליח — להחלטה בלחיצה אחת. המערכת מאזנת רמה לימודית, התנהגות, חברויות, גיוון וצרכים מיוחדים בבת אחת, ומסבירה כל החלטה בשפה ברורה.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13087" y="4937760"/>
            <a:ext cx="1755648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13087" y="493776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פועל 100% בדפדפן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4983" y="4937760"/>
            <a:ext cx="2971800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4983" y="4937760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ללא חשבון · ללא ענן · ללא מעקב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32427" y="4937760"/>
            <a:ext cx="2016252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2427" y="4937760"/>
            <a:ext cx="20162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עובד גם ללא אינטרנט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96135" y="4937760"/>
            <a:ext cx="2189988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6135" y="4937760"/>
            <a:ext cx="21899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חינמי וקוד פתוח (MIT)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-1556309" y="4937760"/>
            <a:ext cx="3406140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-1556309" y="4937760"/>
            <a:ext cx="34061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עברית · العربية · English · Русский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האתגר היומיומי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סידור מקומות הישיבה — איטי, ידני וקל לטעות בו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45352" y="16459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19672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C2410C"/>
                </a:solidFill>
              </a:rPr>
              <a:t>⏳ איך זה נעשה היום, ידנית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19672" y="23317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מורים משקיעים 30–60 דקות ויותר בכל כיתה בהזזת שמות על דף או פתקיות.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שקלול של מי-לא-יכול-לשבת-עם-מי, חברויות, ראייה וריכוז — עומס מחשבתי עצום.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דרישות לצרכים מיוחדים (שורה קדמית, אזור שקט, ניידות, עולים ודוברי שפה זרה) נשכחות תחת לחץ.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כל מחצית, כל תלמיד חדש או בעיית התנהגות — מתחילים מהתחלה.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מפת ההושבה קיימת רק בראש של מורה אחד, וקשה למסור אותה למחליף.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✅ עם SeatAI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מערך מאוזן שמכבד את כל הכללים — תוך שניות, לא ערב שלם.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כל אילוץ נאכף אוטומטית, ושום דבר לא נשכח.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לכל מיקום יש הסבר ברור שאפשר לעמוד מאחוריו.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לחיצה אחת כדי לערבב מחדש, לסובב או להתאים כשמשהו משתנה.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הדפסת מפה אנונימית למחליף בלחיצה אחת.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איך זה עובד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מרשימת התלמידים למפה ממוטבת בארבעה צעדים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079992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08108" y="22402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008108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217152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הוספת הכיתה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62872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מקלידים תלמידים, מייבאים CSV, או טוענים כיתת דוגמה כדי להתנסות מיד.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64324" y="2240280"/>
            <a:ext cx="822960" cy="82296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1" name="Text 9"/>
          <p:cNvSpPr/>
          <p:nvPr/>
        </p:nvSpPr>
        <p:spPr>
          <a:xfrm>
            <a:off x="7164324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73368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הגדרת החדר והכללים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בוחרים פריסה ומוסיפים כללים — להפריד, שורה קדמית, חונכים.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92424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0540" y="22402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32054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29584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מיטוב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75304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אלגוריתם גנטי סורק אלפי סידורים ומוצא את ההתאמה הטובה ביותר.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76756" y="2240280"/>
            <a:ext cx="822960" cy="82296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21" name="Text 19"/>
          <p:cNvSpPr/>
          <p:nvPr/>
        </p:nvSpPr>
        <p:spPr>
          <a:xfrm>
            <a:off x="1476756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סקירה והדפסה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כוונון עדין בגרירה, רואים מדוע כל מושב נבחר, מייצאים ומדפיסים.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למה בתי ספר בוחרים בזה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שש דרכים שבהן SeatAI עוזר לבית הספר שלכם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929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מחזיר למורים את הזמן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מחליף שעה של עבודה ידנית בכמה לחיצות — זמן שחוזר להוראה ולתכנון.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29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כיתה רגועה ומנוהלת יותר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מפריד בין תלמידים מתנגשים ומאזן התנהגות בחלל — פחות הפרעות מלכתחילה.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929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הכלה ושוויון, מובְנים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צרכים של שורה קדמית, אזור שקט, ניידות ודוברי שפה זרה הם כללים שהמערכת תמיד מכבדת.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0782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נתוני תלמידים לא יוצאים מהמכשיר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ללא שרתים, ללא חשבונות וללא אנליטיקה — תשובה נקייה לשאלות פרטיות.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0782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8056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אפס עלות, אפס עומס IT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אפליקציה חינמית בקוד פתוח, סטטית וללא שרת — ועובדת לגמרי גם לא מקוון.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0782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החלטות עקביות ומגובות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152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לכל מיקום יש נימוק מתועד — להורים, לעמיתים ולהנהלה.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🛡️ פרטיות ו‑IT: האישור הקל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A7F3D0"/>
                </a:solidFill>
              </a:rPr>
              <a:t>SeatAI תוכנן כך שפשוט אין מה לדלוף ואין מה להקים.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55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0" y="2176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נתונים מקומיים בלבד.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רשימות, הערות ותמונות נשארות בדפדפן (IndexedDB).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ללא חשבונות.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ללא התחברות, אימייל או הרשמה — נכנסים לכתובת ועובדים.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34107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ללא מעקב.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ללא אנליטיקה, טלמטריה או סקריפטים של צד שלישי.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34107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ללא שרת.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HTML/CSS/JS סטטי בלבד — אפשר לארח בכל מקום.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4645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AI הוא רשות בלבד.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המפתח נשמר מקומית והקריאה יוצאת ישירות מהדפדפן.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4645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הדפסה אנונימית.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מתג אחד מדפיס ראשי תיבות בלבד למחליפים ולאורחים.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למי זה מיועד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ערך בכל רמה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7532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👩‍🏫 מורים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104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סוף למטלת מפת ההושבה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מיקומים מוסברים ובטוחים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סבב הושבה בלחיצה כל מחצית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כוונון עדין בגרירה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🏫 הנהלת בית הספר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תומך ביעדי הכלה והתנהגות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אחידות בין הכיתות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אין עלות רישוי לתקצב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החלטות מתועדות ומגובות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💻 IT וממוני מידע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אין מה לארח או לאבטח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נתוני תלמידים לא יוצאים מהמכשיר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פרוס ושכח — עובד גם לא מקוון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תמיכה בדפדפנים מודרניים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הכול כלול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ערכת כלים מלאה — ללא תוספים, ללא מדרגות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פריסות שורות, אשכולות, צורת U, מעגל ושורות מותאמות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מנוע גנטי רב-התחלות (מהיר / מאוזן / מיטבי)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2240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החלפת מושבים בגרירה, לחיצה או מקשי חצים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כללי הצמדה / הפרדה וזוגות חונך-נחנך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697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אילוצי שורה קדמית, שורה אחורית, מעבר וחלון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התאמה לצרכים מיוחדים ולדוברי שפה זרה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3154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תמונות והערות מורה לכל תלמיד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הסברי מיקום בשפה ברורה ובאופן אופציונלי מבוססי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611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ייבוא/ייצוא CSV · PDF · תמונה · הדפסה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פרויקטים מרובי-כיתות עם גיבוי ושחזור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4069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ביטול / שחזור לכל פעולה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מעקב סבב הושבה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4526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השוואה חזותית והשוואת A/B בין מערכים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מפות חום: מגדר, התנגשויות, ציונים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4983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תצוגות כיתה דו-ממדיות ותלת-ממדיות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983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ערכת נושא בהירה/כהה וגודל טקסט מתכוונן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5440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אפליקציית PWA להתקנה ולעבודה לא מקוונת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נגישות מלאה למקלדת ולקורא מסך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5897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עברית, ערבית, אנגלית ורוסית (כולל RTL)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897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עובד במחשב, בטאבלט ובטלפון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0972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D946EF"/>
          </a:solidFill>
          <a:ln/>
        </p:spPr>
      </p:sp>
      <p:sp>
        <p:nvSpPr>
          <p:cNvPr id="5" name="Shape 3"/>
          <p:cNvSpPr/>
          <p:nvPr/>
        </p:nvSpPr>
        <p:spPr>
          <a:xfrm>
            <a:off x="5592928" y="1097280"/>
            <a:ext cx="623621" cy="1005840"/>
          </a:xfrm>
          <a:prstGeom prst="roundRect">
            <a:avLst>
              <a:gd name="adj" fmla="val 20528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592928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740" b="1" dirty="0">
                <a:solidFill>
                  <a:srgbClr val="FFFFFF"/>
                </a:solidFill>
              </a:rPr>
              <a:t>S</a:t>
            </a:r>
            <a:endParaRPr lang="en-US" sz="374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התנסו עם כיתה משלכם תוך 2 דקות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33832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EF2FF"/>
                </a:solidFill>
              </a:rPr>
              <a:t>פותחים את SeatAI, טוענים כיתת דוגמה או מייבאים רשימה, ולוחצים מיטוב. ללא התקנה, ללא הרשמה, ושום נתון לא עוזב את הכיתה.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86888" y="4754880"/>
            <a:ext cx="62179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986888" y="47548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A21CAF"/>
                </a:solidFill>
              </a:rPr>
              <a:t>חינמי וקוד פתוח ברישיון MIT · פריסה בכל בית הספר ללא עלות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SeatAI — סידור הושבה חכם בכיתה לבתי ספר</dc:title>
  <dc:subject>PptxGenJS Presentation</dc:subject>
  <dc:creator>SeatAI</dc:creator>
  <cp:lastModifiedBy>SeatAI</cp:lastModifiedBy>
  <cp:revision>1</cp:revision>
  <dcterms:created xsi:type="dcterms:W3CDTF">2026-05-29T13:56:59Z</dcterms:created>
  <dcterms:modified xsi:type="dcterms:W3CDTF">2026-05-29T13:56:59Z</dcterms:modified>
</cp:coreProperties>
</file>