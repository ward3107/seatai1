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3825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SeatAI · AI-Powered Classroom Seating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48" y="0"/>
            <a:ext cx="6095848" cy="182880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50292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D946E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502920"/>
            <a:ext cx="510235" cy="822960"/>
          </a:xfrm>
          <a:prstGeom prst="roundRect">
            <a:avLst>
              <a:gd name="adj" fmla="val 2509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60" b="1" dirty="0">
                <a:solidFill>
                  <a:srgbClr val="FFFFFF"/>
                </a:solidFill>
              </a:rPr>
              <a:t>S</a:t>
            </a:r>
            <a:endParaRPr lang="en-US" sz="3060" dirty="0"/>
          </a:p>
        </p:txBody>
      </p:sp>
      <p:sp>
        <p:nvSpPr>
          <p:cNvPr id="7" name="Text 5"/>
          <p:cNvSpPr/>
          <p:nvPr/>
        </p:nvSpPr>
        <p:spPr>
          <a:xfrm>
            <a:off x="178308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SeatAI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83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AI-Powered Classroom Seating Optimization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F172A"/>
                </a:solidFill>
              </a:rPr>
              <a:t>The seating chart that </a:t>
            </a:r>
            <a:pPr algn="l" indent="0" marL="0">
              <a:buNone/>
            </a:pPr>
            <a:r>
              <a:rPr lang="en-US" sz="3800" b="1" dirty="0">
                <a:solidFill>
                  <a:srgbClr val="A21CAF"/>
                </a:solidFill>
              </a:rPr>
              <a:t>plans itself</a:t>
            </a:r>
            <a:pPr algn="l" indent="0" marL="0">
              <a:buNone/>
            </a:pPr>
            <a:r>
              <a:rPr lang="en-US" sz="3800" b="1" dirty="0">
                <a:solidFill>
                  <a:srgbClr val="0F172A"/>
                </a:solidFill>
              </a:rPr>
              <a:t> — in seconds.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475569"/>
                </a:solidFill>
              </a:rPr>
              <a:t>SeatAI turns one of the most tedious, judgement-heavy jobs in teaching — arranging a class so every child is set up to succeed — into a one-click decision. It weighs academic balance, behaviour, friendships, diversity and special-needs requirements all at once, and explains every choice in plain language.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4937760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937760"/>
            <a:ext cx="24505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Runs 100% in the browser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19856" y="4937760"/>
            <a:ext cx="3493008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9856" y="4937760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No accounts · No cloud · No tracking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59168" y="4937760"/>
            <a:ext cx="1495044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59168" y="4937760"/>
            <a:ext cx="14950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Works offline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700516" y="4937760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00516" y="4937760"/>
            <a:ext cx="24505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Free &amp; open-source (MIT)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297412" y="4937760"/>
            <a:ext cx="3406140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297412" y="4937760"/>
            <a:ext cx="34061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English · עברית · العربية · Русский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21CAF"/>
                </a:solidFill>
              </a:rPr>
              <a:t>THE EVERYDAY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Seating charts are slow, manual, and easy to get wrong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2410C"/>
                </a:solidFill>
              </a:rPr>
              <a:t>⏳ Doing it by hand today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</a:rPr>
              <a:t>Teachers spend 30–60+ minutes per class shuffling names on paper or sticky notes.</a:t>
            </a:r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Juggling who-can’t-sit-with-whom, friendships, eyesight and focus needs is mental overload.</a:t>
            </a:r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Special-needs requirements (front row, quiet zone, mobility, EAL/ESL) get missed under pressure.</a:t>
            </a:r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Every new term, new student, or behaviour issue means starting over.</a:t>
            </a:r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Charts live in one teacher’s head — hard to hand to a substitute.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64592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59669"/>
                </a:solidFill>
              </a:rPr>
              <a:t>✅ With SeatAI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19672" y="233172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</a:rPr>
              <a:t>A balanced, rule-respecting plan in seconds, not an evening.</a:t>
            </a:r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Every constraint is enforced automatically and nothing is forgotten.</a:t>
            </a:r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Each placement comes with a plain-language reason teachers can stand behind.</a:t>
            </a:r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One click to re-shuffle, rotate, or adjust when things change.</a:t>
            </a:r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Print an anonymised chart for a substitute in one tap.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21CAF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From class list to optimised chart in four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6756" y="224028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476756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Add the class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23134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Type students, import a CSV, or load a sample class to try it instantly.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92424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0540" y="2240280"/>
            <a:ext cx="822960" cy="822960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11" name="Text 9"/>
          <p:cNvSpPr/>
          <p:nvPr/>
        </p:nvSpPr>
        <p:spPr>
          <a:xfrm>
            <a:off x="432054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29584" y="320040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Set the room &amp; rules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75304" y="3657600"/>
            <a:ext cx="23134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Pick a layout and add any rules — keep apart, front row, peer mentors.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6208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64324" y="224028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7164324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73368" y="320040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Optimise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19088" y="3657600"/>
            <a:ext cx="23134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A genetic algorithm searches thousands of arrangements for the best fit.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79992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08108" y="2240280"/>
            <a:ext cx="822960" cy="822960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21" name="Text 19"/>
          <p:cNvSpPr/>
          <p:nvPr/>
        </p:nvSpPr>
        <p:spPr>
          <a:xfrm>
            <a:off x="10008108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217152" y="320040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Review &amp; print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62872" y="3657600"/>
            <a:ext cx="23134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Fine-tune by drag-and-drop, see why each seat was chosen, export &amp; print.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21CAF"/>
                </a:solidFill>
              </a:rPr>
              <a:t>WHY SCHOOLS ADOPT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Six ways SeatAI helps your school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9359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938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441448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Gives teachers their time back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3227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Replaces an hour of manual shuffling with a few clicks — time that goes back into teaching and planning.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783080"/>
            <a:ext cx="359359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92938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🧭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80560" y="2441448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Calmer, better-managed classrooms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0560" y="2880360"/>
            <a:ext cx="3227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Keeps clashing students apart and balances behaviour across the room — fewer disruptions by design.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59359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92938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♿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0" y="2441448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Inclusion &amp; equity, built in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0" y="2880360"/>
            <a:ext cx="3227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Front-row, quiet-area, mobility and EAL/ESL needs are first-class rules the optimiser always honours.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59359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7822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4590288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Student data never leaves the device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31520" y="5029200"/>
            <a:ext cx="3227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No servers, no accounts, no analytics. A clean answer to data-protection questions.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931920"/>
            <a:ext cx="359359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407822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80560" y="4590288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Zero cost, zero IT burden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480560" y="5029200"/>
            <a:ext cx="3227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Free and open-source static app with no backend to run — and it works fully offline.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3931920"/>
            <a:ext cx="359359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407822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29600" y="4590288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Consistent &amp; defensible decisions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229600" y="5029200"/>
            <a:ext cx="3227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Every placement has a recorded rationale — for parents, colleagues, or leadership.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🛡️ Privacy &amp; IT: the easy approval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7F3D0"/>
                </a:solidFill>
              </a:rPr>
              <a:t>SeatAI is designed so there is simply nothing to leak and nothing to provision.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17627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Local-only data.  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1FAE5"/>
                </a:solidFill>
              </a:rPr>
              <a:t>Rosters, notes &amp; photos stay in the browser (IndexedDB).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675120" y="217627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No accounts.  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1FAE5"/>
                </a:solidFill>
              </a:rPr>
              <a:t>No login, email, or sign-up — open the URL and work.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341071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No tracking.  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1FAE5"/>
                </a:solidFill>
              </a:rPr>
              <a:t>No analytics, telemetry, or third-party scripts.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75120" y="341071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No backend.  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1FAE5"/>
                </a:solidFill>
              </a:rPr>
              <a:t>Pure static HTML/CSS/JS — host it on anything.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464515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Optional AI is opt-in.  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1FAE5"/>
                </a:solidFill>
              </a:rPr>
              <a:t>Keys stay local; calls go browser-direct.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✓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75120" y="464515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Anonymised printing.  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1FAE5"/>
                </a:solidFill>
              </a:rPr>
              <a:t>One toggle prints initials-only for subs &amp; visitors.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21CAF"/>
                </a:solidFill>
              </a:rPr>
              <a:t>WHO IT’S FOR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Value at every level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365760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3593592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👩‍🏫 Teachers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04495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203200" indent="-2032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</a:rPr>
              <a:t>End the seating-chart chore</a:t>
            </a:r>
            <a:pPr algn="l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Confident, explainable placements</a:t>
            </a:r>
            <a:pPr algn="l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One-click rotation each term</a:t>
            </a:r>
            <a:pPr algn="l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Drag-and-drop fine-tuning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93592" cy="365760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828800"/>
            <a:ext cx="3593592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10312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🏫 School leaders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0" y="2697480"/>
            <a:ext cx="304495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203200" indent="-2032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</a:rPr>
              <a:t>Supports inclusion &amp; behaviour goals</a:t>
            </a:r>
            <a:pPr algn="l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Consistency across classrooms</a:t>
            </a:r>
            <a:pPr algn="l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No licence cost to budget for</a:t>
            </a:r>
            <a:pPr algn="l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Defensible, recorded decisions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93592" cy="365760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828800"/>
            <a:ext cx="3593592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210312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💻 IT &amp; data leads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1040" y="2697480"/>
            <a:ext cx="304495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203200" indent="-2032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</a:rPr>
              <a:t>Nothing to host or secure</a:t>
            </a:r>
            <a:pPr algn="l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No student data off-device</a:t>
            </a:r>
            <a:pPr algn="l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Deploy &amp; forget — works offline</a:t>
            </a:r>
            <a:pPr algn="l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Modern-browser support floor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21CAF"/>
                </a:solidFill>
              </a:rPr>
              <a:t>EVERYTHING INCLUDED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A complete toolkit — no add-ons, no tiers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Rows, clusters, U-shape, circle &amp; custom layouts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0" y="1783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Multi-start genetic optimiser (Fast / Balanced / Best)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Drag-and-drop, click, or keyboard seat swaps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22402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Keep-together / keep-apart &amp; peer-mentor rules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Front-row, back-row, aisle &amp; window constraints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6974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Special-needs &amp; EAL/ESL aware placement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Per-student photos &amp; teacher notes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3154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Plain-language &amp; optional AI placement reasons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CSV import/export · PDF · image · print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36118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Multi-class projects with backup &amp; restore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Undo / redo on every change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4069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Seating rotation tracker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5262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Visual diff &amp; A/B comparison of plans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45262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Heat-maps: gender, conflicts, scores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9834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2D &amp; 3D classroom views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49834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Light / dark theme &amp; adjustable text size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440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Installable offline PWA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5440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Full keyboard &amp; screen-reader accessibility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8978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English, Hebrew, Arabic &amp; Russian (RTL)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58978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Works on desktop, tablet &amp; phone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09728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D946EF"/>
          </a:solidFill>
          <a:ln/>
        </p:spPr>
      </p:sp>
      <p:sp>
        <p:nvSpPr>
          <p:cNvPr id="5" name="Shape 3"/>
          <p:cNvSpPr/>
          <p:nvPr/>
        </p:nvSpPr>
        <p:spPr>
          <a:xfrm>
            <a:off x="5592928" y="1097280"/>
            <a:ext cx="623621" cy="1005840"/>
          </a:xfrm>
          <a:prstGeom prst="roundRect">
            <a:avLst>
              <a:gd name="adj" fmla="val 20528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592928" y="1097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740" b="1" dirty="0">
                <a:solidFill>
                  <a:srgbClr val="FFFFFF"/>
                </a:solidFill>
              </a:rPr>
              <a:t>S</a:t>
            </a:r>
            <a:endParaRPr lang="en-US" sz="374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Try it with your own class in 2 minutes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338328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EF2FF"/>
                </a:solidFill>
              </a:rPr>
              <a:t>Open SeatAI, load a sample class or import your roster, and click Optimise. No install, no sign-up, and no data leaves the room.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986888" y="4754880"/>
            <a:ext cx="621792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986888" y="475488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21CAF"/>
                </a:solidFill>
              </a:rPr>
              <a:t>Free &amp; open-source under the MIT licence · Deploy school-wide at no cost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SeatAI — Smarter Classroom Seating for Schools</dc:title>
  <dc:subject>PptxGenJS Presentation</dc:subject>
  <dc:creator>SeatAI</dc:creator>
  <cp:lastModifiedBy>SeatAI</cp:lastModifiedBy>
  <cp:revision>1</cp:revision>
  <dcterms:created xsi:type="dcterms:W3CDTF">2026-05-29T13:56:58Z</dcterms:created>
  <dcterms:modified xsi:type="dcterms:W3CDTF">2026-05-29T13:56:58Z</dcterms:modified>
</cp:coreProperties>
</file>